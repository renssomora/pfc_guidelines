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79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40EB44-70BF-4DB7-BEB6-85E21C5D8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C8BB0C-D32D-4051-8D03-471841C89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15DB8D-900A-4DE3-9743-8BB78943A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22675-EC7D-4DF6-A20B-FE1D52CAB4D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D29E4A-A38C-456C-86EB-D6D9D823A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7E487A-2316-4EC3-B0AF-4E2CD1396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C2DC-382E-4F7C-B229-435D9ECC06B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15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278D8-9E6E-4EB6-9042-6D67026B8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19EE7D-954E-4492-AF58-2F3585204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0FD3E7-C625-452C-A751-A9AF34CF5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22675-EC7D-4DF6-A20B-FE1D52CAB4D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618615-151F-45BA-A8AF-F9B3B79B7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F95E72-92EE-482D-A26A-7C589A0E9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C2DC-382E-4F7C-B229-435D9ECC06B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88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8850A-B26A-4986-BDCE-0CF868669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CB5933-30B4-4647-90CD-C9D7F7FE5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DEB52B-074F-4085-BDCD-42AD19CFF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22675-EC7D-4DF6-A20B-FE1D52CAB4D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7D09D5-C701-4319-8B82-B247D00E7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D3DAC7-62E4-4CEE-9636-63FD26D4E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C2DC-382E-4F7C-B229-435D9ECC06B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11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BB1C88-E968-42BC-9284-E989622DB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819D3D-B39A-4CED-ACA4-C83042F844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9FD205-CE52-4427-892D-8ECB65F93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CFECDC-514B-4C48-AEC7-E13000A85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22675-EC7D-4DF6-A20B-FE1D52CAB4D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FD0EDB-22C2-471A-BACF-35E4D340D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D6EA50-D9C3-4E32-81D8-F6F5BDA0E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C2DC-382E-4F7C-B229-435D9ECC06B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34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B5B98B-51C5-43FD-8C3A-161216091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C137E7-374A-47AF-A2DA-6D10B0882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65412B1-F344-41BD-8664-4397C7CFF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0C694C5-E744-4A1B-A567-0CD970D0E7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4CDCECA-F49F-40F9-852E-97DEC2FB8F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A278DCF-4BC7-424A-907B-0CD24B38A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22675-EC7D-4DF6-A20B-FE1D52CAB4D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F3EAB2-B755-486A-BB47-FAA7561D3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926ADEC-CEAF-471B-8948-A8308ABF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C2DC-382E-4F7C-B229-435D9ECC06B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00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5D0916-AD8F-49A3-A87F-43DC812C3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AF5415F-6C91-4D6D-987B-2EDFBFF7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22675-EC7D-4DF6-A20B-FE1D52CAB4D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5D7A69E-8035-4823-BF4E-5369E6856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625B1EA-B094-4FDF-A5E4-4CEB6F394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C2DC-382E-4F7C-B229-435D9ECC06B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089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EEB5B0B-2630-494F-B2D2-F8BC842F6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22675-EC7D-4DF6-A20B-FE1D52CAB4D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16685C6-7F15-4253-B6B3-344EEBD49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CF76348-821A-4C80-A1C1-225576B49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C2DC-382E-4F7C-B229-435D9ECC06B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5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0C99E3-A529-4957-A930-33A6AFD8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8E5D36-4C54-401C-A197-9C1735D99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4B70351-3A64-4C1E-AB25-56D8B20E4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4F6BF69-0BB6-4C4D-B25C-D01E7BEB7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22675-EC7D-4DF6-A20B-FE1D52CAB4D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21E383-A023-4792-B46B-D392FD3C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5BAA6A-262E-49FC-AE12-4A80D5E4B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C2DC-382E-4F7C-B229-435D9ECC06B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33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0003CF-DD18-42A7-9C3C-21FABAC8F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111D4C7-2E55-4B6D-A30A-B23AC217C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C002A87-522A-4168-AF69-97C81B332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DD7C29-8DB8-4B50-95F1-80EB68BF4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22675-EC7D-4DF6-A20B-FE1D52CAB4D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5ADD27-C5E5-4000-A0CF-83DC63CDD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9087CE-358F-429F-8947-65AD6D4DC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C2DC-382E-4F7C-B229-435D9ECC06B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308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7885E7-6138-49FE-BB4E-19FC01606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DE37AA4-F3D1-4DED-AD6B-756EC4B7D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52CF90-C7BE-416B-94A6-3B2DCCB83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22675-EC7D-4DF6-A20B-FE1D52CAB4D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78E5EB-01D5-4736-A45F-555A7B9F7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E960BE-C3EF-4361-B62F-097B6115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C2DC-382E-4F7C-B229-435D9ECC06B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659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E010D85-0CF0-410B-BAB8-F06BEB5A2B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16F7BA5-5C9A-4E98-B229-05DC2B9BE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E8A465-E031-4FF2-98BC-99ACCC763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22675-EC7D-4DF6-A20B-FE1D52CAB4D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1FEC33-0E6A-49AE-A6EE-B4B1F810B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2B022E-7C5A-4008-9086-838D30DD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C2DC-382E-4F7C-B229-435D9ECC06B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27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08D9F11-EF23-4C63-ACAE-8BE5D56ED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3AA29B-9EEE-4E04-A041-CECFC866C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C7A96A-8118-4479-A719-E16699F5BE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522675-EC7D-4DF6-A20B-FE1D52CAB4D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D6D2A0-AD7E-452A-8432-14840DEB05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BBC67C-6CA7-400B-B3BA-BFF1C8390C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2C2DC-382E-4F7C-B229-435D9ECC06B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162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grama de flujo: operación manual 3">
            <a:extLst>
              <a:ext uri="{FF2B5EF4-FFF2-40B4-BE49-F238E27FC236}">
                <a16:creationId xmlns:a16="http://schemas.microsoft.com/office/drawing/2014/main" id="{1B118C1B-39CA-44F4-BA58-A76536C5B83D}"/>
              </a:ext>
            </a:extLst>
          </p:cNvPr>
          <p:cNvSpPr/>
          <p:nvPr/>
        </p:nvSpPr>
        <p:spPr>
          <a:xfrm>
            <a:off x="2200731" y="0"/>
            <a:ext cx="7765305" cy="2118354"/>
          </a:xfrm>
          <a:prstGeom prst="flowChartManualOperation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800">
              <a:latin typeface="+mj-lt"/>
            </a:endParaRPr>
          </a:p>
        </p:txBody>
      </p:sp>
      <p:sp>
        <p:nvSpPr>
          <p:cNvPr id="5" name="Diagrama de flujo: operación manual 4">
            <a:extLst>
              <a:ext uri="{FF2B5EF4-FFF2-40B4-BE49-F238E27FC236}">
                <a16:creationId xmlns:a16="http://schemas.microsoft.com/office/drawing/2014/main" id="{68417EE6-9681-4499-9539-0E61F4DBC611}"/>
              </a:ext>
            </a:extLst>
          </p:cNvPr>
          <p:cNvSpPr/>
          <p:nvPr/>
        </p:nvSpPr>
        <p:spPr>
          <a:xfrm>
            <a:off x="3742672" y="2112166"/>
            <a:ext cx="4687273" cy="4021890"/>
          </a:xfrm>
          <a:prstGeom prst="flowChartManualOperation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800">
              <a:latin typeface="+mj-lt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AE13B16-18A0-41AC-8148-56E5EF2601DB}"/>
              </a:ext>
            </a:extLst>
          </p:cNvPr>
          <p:cNvSpPr txBox="1"/>
          <p:nvPr/>
        </p:nvSpPr>
        <p:spPr>
          <a:xfrm>
            <a:off x="4409775" y="435348"/>
            <a:ext cx="3347216" cy="585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latin typeface="+mj-lt"/>
              </a:rPr>
              <a:t>Justificativa general</a:t>
            </a:r>
            <a:endParaRPr lang="es-PE" sz="2800" dirty="0">
              <a:latin typeface="+mj-lt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1493CCF-5FBB-4520-8C9B-64BD347470F1}"/>
              </a:ext>
            </a:extLst>
          </p:cNvPr>
          <p:cNvSpPr txBox="1"/>
          <p:nvPr/>
        </p:nvSpPr>
        <p:spPr>
          <a:xfrm>
            <a:off x="4951063" y="1164367"/>
            <a:ext cx="2264637" cy="585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latin typeface="+mj-lt"/>
              </a:rPr>
              <a:t>Contexto</a:t>
            </a:r>
            <a:endParaRPr lang="es-PE" sz="2800" dirty="0">
              <a:latin typeface="+mj-lt"/>
            </a:endParaRPr>
          </a:p>
        </p:txBody>
      </p:sp>
      <p:sp>
        <p:nvSpPr>
          <p:cNvPr id="8" name="Bocadillo: rectángulo 7">
            <a:extLst>
              <a:ext uri="{FF2B5EF4-FFF2-40B4-BE49-F238E27FC236}">
                <a16:creationId xmlns:a16="http://schemas.microsoft.com/office/drawing/2014/main" id="{702D9468-AEAC-4BD4-8C8D-6793BA2A0EBF}"/>
              </a:ext>
            </a:extLst>
          </p:cNvPr>
          <p:cNvSpPr/>
          <p:nvPr/>
        </p:nvSpPr>
        <p:spPr>
          <a:xfrm>
            <a:off x="8602572" y="1310364"/>
            <a:ext cx="1269837" cy="712676"/>
          </a:xfrm>
          <a:prstGeom prst="wedgeRectCallout">
            <a:avLst>
              <a:gd name="adj1" fmla="val -56366"/>
              <a:gd name="adj2" fmla="val -22585"/>
            </a:avLst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Parte noble, su uso en la sociedad</a:t>
            </a:r>
            <a:endParaRPr lang="es-PE" sz="120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0F22514-97BB-42BF-8296-2CAF7E6B5361}"/>
              </a:ext>
            </a:extLst>
          </p:cNvPr>
          <p:cNvSpPr txBox="1"/>
          <p:nvPr/>
        </p:nvSpPr>
        <p:spPr>
          <a:xfrm>
            <a:off x="4409775" y="3031036"/>
            <a:ext cx="3347216" cy="929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latin typeface="+mj-lt"/>
              </a:rPr>
              <a:t>Justificativa</a:t>
            </a:r>
            <a:r>
              <a:rPr lang="es-ES" sz="2800" dirty="0">
                <a:latin typeface="+mj-lt"/>
              </a:rPr>
              <a:t>: </a:t>
            </a:r>
            <a:r>
              <a:rPr lang="es-ES" sz="2000" dirty="0">
                <a:latin typeface="+mj-lt"/>
              </a:rPr>
              <a:t>Necesidad, literatura</a:t>
            </a:r>
            <a:endParaRPr lang="es-PE" sz="2800" dirty="0">
              <a:latin typeface="+mj-lt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1252C45-327B-4A43-8F73-29BDC92F2840}"/>
              </a:ext>
            </a:extLst>
          </p:cNvPr>
          <p:cNvSpPr txBox="1"/>
          <p:nvPr/>
        </p:nvSpPr>
        <p:spPr>
          <a:xfrm>
            <a:off x="1160577" y="3918349"/>
            <a:ext cx="2229526" cy="585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latin typeface="+mj-lt"/>
              </a:rPr>
              <a:t>Computación</a:t>
            </a:r>
            <a:endParaRPr lang="es-PE" sz="2800" dirty="0">
              <a:latin typeface="+mj-lt"/>
            </a:endParaRPr>
          </a:p>
        </p:txBody>
      </p:sp>
      <p:sp>
        <p:nvSpPr>
          <p:cNvPr id="11" name="Abrir llave 10">
            <a:extLst>
              <a:ext uri="{FF2B5EF4-FFF2-40B4-BE49-F238E27FC236}">
                <a16:creationId xmlns:a16="http://schemas.microsoft.com/office/drawing/2014/main" id="{04CAB92A-401B-4A78-A1D4-A7885213CE8A}"/>
              </a:ext>
            </a:extLst>
          </p:cNvPr>
          <p:cNvSpPr/>
          <p:nvPr/>
        </p:nvSpPr>
        <p:spPr>
          <a:xfrm>
            <a:off x="3435453" y="2204980"/>
            <a:ext cx="301367" cy="3929075"/>
          </a:xfrm>
          <a:prstGeom prst="leftBrac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 sz="2800">
              <a:latin typeface="+mj-lt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6949BDF-0121-418C-A040-B905624F250A}"/>
              </a:ext>
            </a:extLst>
          </p:cNvPr>
          <p:cNvSpPr txBox="1"/>
          <p:nvPr/>
        </p:nvSpPr>
        <p:spPr>
          <a:xfrm>
            <a:off x="4951063" y="2454427"/>
            <a:ext cx="2264637" cy="516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latin typeface="+mj-lt"/>
              </a:rPr>
              <a:t>Contexto</a:t>
            </a:r>
            <a:endParaRPr lang="es-PE" sz="2800" dirty="0">
              <a:latin typeface="+mj-lt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D23FBDC-C723-450B-A9ED-044299F230E0}"/>
              </a:ext>
            </a:extLst>
          </p:cNvPr>
          <p:cNvSpPr txBox="1"/>
          <p:nvPr/>
        </p:nvSpPr>
        <p:spPr>
          <a:xfrm>
            <a:off x="4932044" y="3918349"/>
            <a:ext cx="2264637" cy="1548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latin typeface="+mj-lt"/>
              </a:rPr>
              <a:t>Problema computacional específico</a:t>
            </a:r>
            <a:endParaRPr lang="es-PE" sz="2800" b="1" dirty="0">
              <a:latin typeface="+mj-lt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E646705-2F8E-48C5-A4CE-6BFCEA5743D0}"/>
              </a:ext>
            </a:extLst>
          </p:cNvPr>
          <p:cNvSpPr txBox="1"/>
          <p:nvPr/>
        </p:nvSpPr>
        <p:spPr>
          <a:xfrm>
            <a:off x="4951064" y="5352507"/>
            <a:ext cx="2264636" cy="653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600" dirty="0">
                <a:latin typeface="+mj-lt"/>
              </a:rPr>
              <a:t>Hipótesis, preguntas, metodología</a:t>
            </a:r>
            <a:endParaRPr lang="es-PE" sz="1600" dirty="0">
              <a:latin typeface="+mj-lt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6398B90-218F-4D84-B065-A00A3BA4C563}"/>
              </a:ext>
            </a:extLst>
          </p:cNvPr>
          <p:cNvSpPr/>
          <p:nvPr/>
        </p:nvSpPr>
        <p:spPr>
          <a:xfrm>
            <a:off x="4676030" y="6134055"/>
            <a:ext cx="2820556" cy="723945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latin typeface="+mj-lt"/>
              </a:rPr>
              <a:t>Objetivos</a:t>
            </a:r>
            <a:endParaRPr lang="es-PE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146902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</Words>
  <Application>Microsoft Office PowerPoint</Application>
  <PresentationFormat>Panorámica</PresentationFormat>
  <Paragraphs>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Mora Cloque Rensso Victor Hugo</dc:creator>
  <cp:lastModifiedBy>Mora Cloque Rensso Victor Hugo</cp:lastModifiedBy>
  <cp:revision>1</cp:revision>
  <dcterms:created xsi:type="dcterms:W3CDTF">2026-09-22T18:26:06Z</dcterms:created>
  <dcterms:modified xsi:type="dcterms:W3CDTF">2026-09-22T18:28:44Z</dcterms:modified>
</cp:coreProperties>
</file>